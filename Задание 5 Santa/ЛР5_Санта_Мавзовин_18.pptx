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4" r:id="rId8"/>
    <p:sldId id="266" r:id="rId9"/>
    <p:sldId id="265" r:id="rId10"/>
    <p:sldId id="260" r:id="rId11"/>
    <p:sldId id="262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B0D21B-EF19-447F-88B2-E2A5FF47D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A17C3B-C5A9-4C08-9A24-6F46B6F7D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F7E4A8-7A8B-4BAB-9ABD-FBC0B504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3C7024-5464-42DC-BAA0-FC887A44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5D6CB1-D701-43F4-9DF3-DE955CA9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05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6EE21-013B-4BB3-A0E1-A192B4A6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B7E35B-B977-42B1-99FC-F9E6DE80F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50B69A-6AEE-4910-8799-6422032D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2CA969-62C6-4F9B-BB2C-C3ED6111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131880-9B97-4871-8201-DE45AD0A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54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1A82C-2745-4620-840A-11A296E9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D61F58-3991-488B-A8FE-23C8E0B26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223934-1B6E-4190-92C8-DA26850F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D6FC85-F028-4AC1-8EF3-61D5A9AE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13BC9-B2DF-4A62-BD06-A75C65BA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73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5F3E2-062B-4C1D-8D41-B0215CBB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9AD67-53B9-40D2-AA0D-19F5F268C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223660-2E5A-4569-A99F-EEA3DCA5A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6EE644-264E-43BE-AFDF-2B66B00E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14DF60-A15B-4A92-B9CA-A68BBAC4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2C935F-A1D7-4FB4-9884-42D07E07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91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ECB60-BB34-42B8-B505-27F20F1D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C16475-6BD8-4A43-9EBE-FC3F7A1C3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81B4DD-B607-4630-8B68-E809DE483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39EA4A-A142-4255-9ADB-C0C8BB84F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2DE587-AB41-4352-882B-179670A8C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C4185C-F29D-4B00-9E19-58268709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9A9613-24FA-4331-9145-1EB57B70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709B28-3EA8-4E39-BC6B-915D99B7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9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4A903-C204-4EE0-8870-CDBB739D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C466C9-1D88-455D-B086-F8063B0B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102EEB-01E7-49A4-AD1D-0242987F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4C77BC-5F51-4449-9901-9E17FAEA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92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B69CB5-266A-48EC-AEA2-47FE8659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E39938-7D55-4909-9F9D-22CA6DC0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78C15D-856C-4F1B-80E5-6B0B6ADE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25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20A53-8F6A-4CA9-963A-E1C09208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7534D5-1CD8-4D9B-8963-23181C865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B7D754-1BF6-4E64-AE04-165E6F304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89AE72-6476-48BA-933F-B787E836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AFB388-C647-4783-A870-D330058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AB1728-A211-4933-9E74-C986E7EC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87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61872-4CE2-4860-B74C-A73339B3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87D83A-1EDE-42E8-A83B-421A6087C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2557C-C61A-4B3B-85F8-A1D514AE4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25B1A9-D01A-4839-9F35-C2AD877F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44433E-B3B8-47CB-8763-812308EE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A43633-3402-4AA0-9AC4-E36B891C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46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163AC-3EDC-4EA1-B307-1F55A5D1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3A32B4-41CE-45CC-92FC-2FFF29314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582538-1D71-42F9-95B6-13351CBB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54380-373B-48D2-A899-AD2B948D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32C4A-C968-4AD5-849A-B1A18BD5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54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A9BBF6-F0E7-403C-93DB-8B3137319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05B795-660D-4951-BF1B-A2C2061A8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F93FD-40D7-41FB-8C54-98F808E1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43457E-0700-4B7F-AA0B-AD12AEE9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B07B1-D707-4B29-AAFF-3E62BE2C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49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7D800-9630-4442-A9BC-335DCBB3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A9CDAB-7112-4E69-9DA0-DA5AB0357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B0D7D-E9F6-40D6-A49C-34EFCD3C6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9B76F-21E8-477C-B277-136ED3A6983F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18AC2C-579E-43FB-81AD-4FAFB9DC3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8C17DC-BC82-458F-93D5-69891A32C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FE6B3-87BE-48AB-ABF0-E9FCEEE50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65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ex-rays.com/" TargetMode="External"/><Relationship Id="rId2" Type="http://schemas.openxmlformats.org/officeDocument/2006/relationships/hyperlink" Target="https://github.com/Maijin/radare2-workshop-201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hex-rays.com/core/debugger/concepts/remote-debugging" TargetMode="External"/><Relationship Id="rId4" Type="http://schemas.openxmlformats.org/officeDocument/2006/relationships/hyperlink" Target="https://book.rizin.re/src/crackmes/ioli/ioli_0x09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BB2D2-3A28-4967-A7CD-B84FF341C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Реверс инжиниринг </a:t>
            </a:r>
            <a:r>
              <a:rPr lang="en-US" dirty="0"/>
              <a:t>crackme0x09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8EBFE0-B6C5-4B51-A181-F8487D956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студент группы ТКИ-441, Мавзовин Пётр</a:t>
            </a:r>
          </a:p>
        </p:txBody>
      </p:sp>
    </p:spTree>
    <p:extLst>
      <p:ext uri="{BB962C8B-B14F-4D97-AF65-F5344CB8AC3E}">
        <p14:creationId xmlns:p14="http://schemas.microsoft.com/office/powerpoint/2010/main" val="155174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F6321-8420-462F-80E9-EFAD50FA1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Интерфейс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6920703-2393-4BB7-A88F-ACE588603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42225"/>
            <a:ext cx="10515600" cy="718138"/>
          </a:xfrm>
        </p:spPr>
      </p:pic>
    </p:spTree>
    <p:extLst>
      <p:ext uri="{BB962C8B-B14F-4D97-AF65-F5344CB8AC3E}">
        <p14:creationId xmlns:p14="http://schemas.microsoft.com/office/powerpoint/2010/main" val="406483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35C86-8EC1-47E3-8371-197A2A5C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неуспешного ввода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4F5B173-FBF7-428A-AF5F-5199FE70F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533134"/>
            <a:ext cx="10515600" cy="936320"/>
          </a:xfrm>
        </p:spPr>
      </p:pic>
    </p:spTree>
    <p:extLst>
      <p:ext uri="{BB962C8B-B14F-4D97-AF65-F5344CB8AC3E}">
        <p14:creationId xmlns:p14="http://schemas.microsoft.com/office/powerpoint/2010/main" val="400537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E52D6-74D0-4DD5-B7D9-51A7C9E4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Начало анализа файла в </a:t>
            </a:r>
            <a:r>
              <a:rPr lang="en-US" dirty="0"/>
              <a:t>Ida Pro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2BA4695-2FD2-4903-8FCA-9C7DF6703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8408" y="2219325"/>
            <a:ext cx="6939859" cy="3282366"/>
          </a:xfrm>
        </p:spPr>
      </p:pic>
    </p:spTree>
    <p:extLst>
      <p:ext uri="{BB962C8B-B14F-4D97-AF65-F5344CB8AC3E}">
        <p14:creationId xmlns:p14="http://schemas.microsoft.com/office/powerpoint/2010/main" val="130471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B65B0-932A-41BB-8414-E766A720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Проверка пароля</a:t>
            </a:r>
          </a:p>
        </p:txBody>
      </p:sp>
      <p:pic>
        <p:nvPicPr>
          <p:cNvPr id="9" name="Объект 4">
            <a:extLst>
              <a:ext uri="{FF2B5EF4-FFF2-40B4-BE49-F238E27FC236}">
                <a16:creationId xmlns:a16="http://schemas.microsoft.com/office/drawing/2014/main" id="{45532C84-8290-47E1-9AF3-B431523FF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427" y="2562225"/>
            <a:ext cx="8913519" cy="2857500"/>
          </a:xfrm>
        </p:spPr>
      </p:pic>
    </p:spTree>
    <p:extLst>
      <p:ext uri="{BB962C8B-B14F-4D97-AF65-F5344CB8AC3E}">
        <p14:creationId xmlns:p14="http://schemas.microsoft.com/office/powerpoint/2010/main" val="261134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A03B4-7056-4E53-87CA-B85F4B47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Успешное завершение программы</a:t>
            </a:r>
          </a:p>
        </p:txBody>
      </p:sp>
      <p:pic>
        <p:nvPicPr>
          <p:cNvPr id="9" name="Объект 4">
            <a:extLst>
              <a:ext uri="{FF2B5EF4-FFF2-40B4-BE49-F238E27FC236}">
                <a16:creationId xmlns:a16="http://schemas.microsoft.com/office/drawing/2014/main" id="{A5D02D9A-F1A3-450A-8565-2416ADC35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2943"/>
            <a:ext cx="10515600" cy="409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E5310-8D6C-4B7C-AE0F-F70FEE06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Неправильный пароль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9F77065-A0DB-4F1F-AEC5-EB4FD8AF3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916" y="2943224"/>
            <a:ext cx="8548282" cy="2028825"/>
          </a:xfrm>
        </p:spPr>
      </p:pic>
    </p:spTree>
    <p:extLst>
      <p:ext uri="{BB962C8B-B14F-4D97-AF65-F5344CB8AC3E}">
        <p14:creationId xmlns:p14="http://schemas.microsoft.com/office/powerpoint/2010/main" val="347159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C6B20-8C40-45B1-8585-36C70391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Переменная окружения не установлена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D2E4A78-640D-49E4-B5E3-306076602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5712" y="1825625"/>
            <a:ext cx="7040575" cy="4351338"/>
          </a:xfrm>
        </p:spPr>
      </p:pic>
    </p:spTree>
    <p:extLst>
      <p:ext uri="{BB962C8B-B14F-4D97-AF65-F5344CB8AC3E}">
        <p14:creationId xmlns:p14="http://schemas.microsoft.com/office/powerpoint/2010/main" val="107606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96E8C-3B94-4F22-9569-204C8EBD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отладки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69FF038-6AB6-4A53-8725-0D0E3DD8C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3831"/>
            <a:ext cx="10515600" cy="3214925"/>
          </a:xfrm>
        </p:spPr>
      </p:pic>
    </p:spTree>
    <p:extLst>
      <p:ext uri="{BB962C8B-B14F-4D97-AF65-F5344CB8AC3E}">
        <p14:creationId xmlns:p14="http://schemas.microsoft.com/office/powerpoint/2010/main" val="341480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DB92F-0D44-4450-9F20-C10CAC80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Схема алгоритма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BCC479-CC7A-46BA-B427-72EBE715F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7174" y="1690687"/>
            <a:ext cx="3762375" cy="5002249"/>
          </a:xfrm>
        </p:spPr>
      </p:pic>
    </p:spTree>
    <p:extLst>
      <p:ext uri="{BB962C8B-B14F-4D97-AF65-F5344CB8AC3E}">
        <p14:creationId xmlns:p14="http://schemas.microsoft.com/office/powerpoint/2010/main" val="416334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6FE65-51E5-4FCE-8580-2E45B53E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1576D5-B45C-4A5A-8B5D-F35FEF79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 реализует три варианта поведения</a:t>
            </a:r>
            <a:r>
              <a:rPr lang="en-US" dirty="0"/>
              <a:t>: </a:t>
            </a:r>
            <a:r>
              <a:rPr lang="ru-RU" dirty="0"/>
              <a:t>пароль неуспешен, не установлена переменная окружения, пароль успешен</a:t>
            </a:r>
          </a:p>
          <a:p>
            <a:r>
              <a:rPr lang="ru-RU" dirty="0"/>
              <a:t>Для успешного выполнения программы</a:t>
            </a:r>
            <a:r>
              <a:rPr lang="en-US" dirty="0"/>
              <a:t> </a:t>
            </a:r>
            <a:r>
              <a:rPr lang="ru-RU" dirty="0"/>
              <a:t>необходим префикс суммы 16 и переменная окружения </a:t>
            </a:r>
            <a:r>
              <a:rPr lang="en-US" dirty="0"/>
              <a:t>“LOL”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450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C3D2C-8362-4C59-BF3F-5E336322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3AD66-A56F-4807-A5B7-1F41AD027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https://github.com/Maijin/radare2-workshop-2015</a:t>
            </a:r>
            <a:endParaRPr lang="en-US" dirty="0"/>
          </a:p>
          <a:p>
            <a:r>
              <a:rPr lang="en-US" dirty="0">
                <a:hlinkClick r:id="rId3"/>
              </a:rPr>
              <a:t>https://docs.hex-rays.com/</a:t>
            </a:r>
            <a:endParaRPr lang="en-US" dirty="0"/>
          </a:p>
          <a:p>
            <a:r>
              <a:rPr lang="en-US" dirty="0">
                <a:hlinkClick r:id="rId4"/>
              </a:rPr>
              <a:t>https://book.rizin.re/src/crackmes/ioli/ioli_0x09.html</a:t>
            </a:r>
            <a:endParaRPr lang="en-US" dirty="0"/>
          </a:p>
          <a:p>
            <a:r>
              <a:rPr lang="en-US" dirty="0">
                <a:hlinkClick r:id="rId5"/>
              </a:rPr>
              <a:t>https://docs.hex-rays.com/core/debugger/concepts/remote-debugging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9026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122</Words>
  <Application>Microsoft Office PowerPoint</Application>
  <PresentationFormat>Широкоэкранный</PresentationFormat>
  <Paragraphs>19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Реверс инжиниринг crackme0x09</vt:lpstr>
      <vt:lpstr>Интерфейс программы</vt:lpstr>
      <vt:lpstr>Пример неуспешного ввода</vt:lpstr>
      <vt:lpstr>Начало анализа файла в Ida Pro</vt:lpstr>
      <vt:lpstr>Проверка пароля</vt:lpstr>
      <vt:lpstr>Успешное завершение программы</vt:lpstr>
      <vt:lpstr>Неправильный пароль</vt:lpstr>
      <vt:lpstr>Переменная окружения не установлена</vt:lpstr>
      <vt:lpstr>Пример отладки</vt:lpstr>
      <vt:lpstr>Схема алгоритма</vt:lpstr>
      <vt:lpstr>Итог</vt:lpstr>
      <vt:lpstr>Список использованных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Мавзовин Пётр Владимирович</dc:creator>
  <cp:lastModifiedBy>Мавзовин Пётр Владимирович</cp:lastModifiedBy>
  <cp:revision>18</cp:revision>
  <dcterms:created xsi:type="dcterms:W3CDTF">2026-10-07T14:28:57Z</dcterms:created>
  <dcterms:modified xsi:type="dcterms:W3CDTF">2026-10-07T15:08:20Z</dcterms:modified>
</cp:coreProperties>
</file>