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0" autoAdjust="0"/>
    <p:restoredTop sz="94660"/>
  </p:normalViewPr>
  <p:slideViewPr>
    <p:cSldViewPr snapToGrid="0">
      <p:cViewPr varScale="1">
        <p:scale>
          <a:sx n="86" d="100"/>
          <a:sy n="86" d="100"/>
        </p:scale>
        <p:origin x="4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BB64E6-8E9F-4590-820C-AFFFABB49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AB3BAF9-9E35-457C-A7C4-6C265F1DA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5BD66E-F6A7-46D6-A412-3711C1A73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B491F-2174-49D0-8456-282B2CC65CB4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11DA45-2BBF-4751-97C1-4CAC81D8F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08D442-D4DC-492F-AEE0-95FB35E8A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E09C7-1D81-458D-BE00-764C14D836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5224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1ADB7C-91CD-481C-8FAF-E303E75D8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2EDAE8-8E27-457B-87C6-330D545B4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9856A2-A657-4599-BC39-66EF4D9DA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B491F-2174-49D0-8456-282B2CC65CB4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688BCD-BEC1-4D43-9FCB-B6A35A43D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E8A094-58E4-4A7A-8019-838469FC6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E09C7-1D81-458D-BE00-764C14D836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3409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90E206-2003-40A6-8C95-DCBCC81CC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4407FC7-6FDC-42BC-BD50-729697CBF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FC3E4B-12A1-4615-A28B-FE1444282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B491F-2174-49D0-8456-282B2CC65CB4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8B77E1-C014-45A3-8D21-307E5615B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0C1790-02D3-475D-BB20-8E25B2B7B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E09C7-1D81-458D-BE00-764C14D836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6247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F75F4B-FA17-4F19-A9DD-C4EC8A2F2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550C07-9419-45F9-891E-75A89FDC22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B68F1D8-585D-4D00-9E8A-D8E08233F4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98E201-7647-4FDC-8D88-A41936637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B491F-2174-49D0-8456-282B2CC65CB4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959C2F1-AA8B-4DF4-B5EC-916B351EB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BDABAC-7CD6-493D-8370-D56868B63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E09C7-1D81-458D-BE00-764C14D836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3941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2D8094-C635-4781-ADCF-C1BA89A42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D0B62F4-F0EC-4085-990A-ED7BF1E74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97E326E-3D46-412F-BBCF-3EC9EDD27C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DF91A51-235E-413B-A448-CD408A5858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6791188-41ED-4B70-B40C-16ED12D1B6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6CF7A73-B53B-4AF5-B48C-19DBB9FC9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B491F-2174-49D0-8456-282B2CC65CB4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937622-35FB-4B08-B128-BAC756772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82D4E00-C0D2-4F76-9650-7ED40B7FB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E09C7-1D81-458D-BE00-764C14D836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2528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71501B-F0CC-412A-A7C6-FE6663FFE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3A39EA2-610D-45F4-AAAD-7C85B6D41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B491F-2174-49D0-8456-282B2CC65CB4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25DE8ED-D9D0-453D-8613-EDC388B53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8ED74DD-140F-467F-A01D-3FCB4D5B8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E09C7-1D81-458D-BE00-764C14D836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3894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8932C50-ADBE-4396-AA0D-864139993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B491F-2174-49D0-8456-282B2CC65CB4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DB66B8F-F942-4176-B8E0-4ECBC98A5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23859B-ABE2-4BB9-8FEF-A790CC15F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E09C7-1D81-458D-BE00-764C14D836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7507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3BC976-47BA-4E8A-8DD2-76A86192C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1087A2-BD11-4BE7-B56F-8596FBEF2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8D7B6B-53C5-41D2-B9BA-5008A861FA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CF84D45-8299-4B17-9A1E-99D0E1446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B491F-2174-49D0-8456-282B2CC65CB4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F37B25-4758-4652-8CB7-6D6930EDE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B7F8B6-D321-4A2A-9710-0BFA1AC79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E09C7-1D81-458D-BE00-764C14D836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7088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1A5196-8F95-4C56-A408-A83C18CC7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2AD6CF9-2345-4F13-B256-11C5649903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E4B26D9-8CA1-4651-87BD-0F4E17690F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FF9359-EAFA-43F9-9C36-608A7BC47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B491F-2174-49D0-8456-282B2CC65CB4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4C23F4-68D8-41BA-9CC2-9ECF25F8D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6650B87-4C66-4980-A9E5-122C7A67E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E09C7-1D81-458D-BE00-764C14D836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0595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9E752C-F183-43CA-8FBE-A9C20E07C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24B6E68-AABC-493A-A2FA-F784691299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1126F9-1FA6-4DB1-972B-20AC94A94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B491F-2174-49D0-8456-282B2CC65CB4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47F0FA-47F4-4CBD-B6FE-BE9CE970F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46003D-BA3E-4528-A8D5-444256A9B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E09C7-1D81-458D-BE00-764C14D836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7416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10EDF0F-5805-44D6-AE74-6E5BF1AD09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14031ED-F554-40F7-84FD-CC1ED8D300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6593A0-01B3-49C3-9BF9-65BF97C1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B491F-2174-49D0-8456-282B2CC65CB4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7155A8-7FFE-437B-B8BB-4E5080DA3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7FFD5E-66D9-44B9-8030-E1967240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E09C7-1D81-458D-BE00-764C14D836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9268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E2462-BAF9-44B6-B832-ECC82D1B5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75F07A-6F78-4B9C-98D7-9B27E0836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0AC221-A634-469E-9588-92C645F765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DB491F-2174-49D0-8456-282B2CC65CB4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D177D1-7307-43C0-BD05-FFF6E5081A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DCF340-08D7-4726-96AB-C044377DC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E09C7-1D81-458D-BE00-764C14D836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3026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grc.cyberosnova.ru/blog/cwe-top-25-2025/" TargetMode="External"/><Relationship Id="rId2" Type="http://schemas.openxmlformats.org/officeDocument/2006/relationships/hyperlink" Target="https://cwe.mitre.org/data/definitions/14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ecurity.stackexchange.com/questions/280704/what-are-some-good-examples-to-illustrate-cwe-in-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DB5908-C260-4AEE-BCAC-92D6F64788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Сравнительный анализ</a:t>
            </a:r>
            <a:br>
              <a:rPr lang="ru-RU" dirty="0"/>
            </a:br>
            <a:r>
              <a:rPr lang="ru-RU" dirty="0"/>
              <a:t>анализатора </a:t>
            </a:r>
            <a:r>
              <a:rPr lang="ru-RU" dirty="0" err="1"/>
              <a:t>Заневского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51AA537-A4FE-4A8E-AE16-1DB0140F92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</a:t>
            </a:r>
            <a:r>
              <a:rPr lang="en-US" dirty="0"/>
              <a:t>: </a:t>
            </a:r>
            <a:r>
              <a:rPr lang="ru-RU" dirty="0"/>
              <a:t>студент группы ТКИ-441, </a:t>
            </a:r>
            <a:r>
              <a:rPr lang="ru-RU" dirty="0" err="1"/>
              <a:t>Мавзовин</a:t>
            </a:r>
            <a:r>
              <a:rPr lang="ru-RU" dirty="0"/>
              <a:t> Пётр</a:t>
            </a:r>
          </a:p>
        </p:txBody>
      </p:sp>
    </p:spTree>
    <p:extLst>
      <p:ext uri="{BB962C8B-B14F-4D97-AF65-F5344CB8AC3E}">
        <p14:creationId xmlns:p14="http://schemas.microsoft.com/office/powerpoint/2010/main" val="3448402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19B27E-B1C0-4AD6-8955-2187C2A6F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Общий интерфейс ПО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8C2E7FB-3272-4654-8D37-BFAB3BEB28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9320"/>
            <a:ext cx="10515600" cy="4263947"/>
          </a:xfrm>
        </p:spPr>
      </p:pic>
    </p:spTree>
    <p:extLst>
      <p:ext uri="{BB962C8B-B14F-4D97-AF65-F5344CB8AC3E}">
        <p14:creationId xmlns:p14="http://schemas.microsoft.com/office/powerpoint/2010/main" val="2187065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10D263-97D6-4757-87F1-ED07245E3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Сильные стороны рассматриваемого ПО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3DBF800-FE24-4995-B319-2EE397CB6C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0384" y="1896647"/>
            <a:ext cx="8111232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222F98-FE8C-44AB-8EF3-C7B80956785B}"/>
              </a:ext>
            </a:extLst>
          </p:cNvPr>
          <p:cNvSpPr txBox="1"/>
          <p:nvPr/>
        </p:nvSpPr>
        <p:spPr>
          <a:xfrm>
            <a:off x="639193" y="1424336"/>
            <a:ext cx="10775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Общий вид работы ПО. Выведены кол-во анализируемых строк кода и кол-во найденных уязвимостей </a:t>
            </a:r>
            <a:r>
              <a:rPr lang="en-US" dirty="0"/>
              <a:t>CWE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8499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D5F96BC2-2E87-48C3-96CC-BC318678E3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2585" y="1606858"/>
            <a:ext cx="8647757" cy="4639161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48150F-3114-4374-8E13-1D6F0BF9D0F6}"/>
              </a:ext>
            </a:extLst>
          </p:cNvPr>
          <p:cNvSpPr txBox="1"/>
          <p:nvPr/>
        </p:nvSpPr>
        <p:spPr>
          <a:xfrm>
            <a:off x="1632585" y="724440"/>
            <a:ext cx="5033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Рассмотрен файл с известной уязвимостью</a:t>
            </a:r>
            <a:r>
              <a:rPr lang="en-US" dirty="0"/>
              <a:t> CWE</a:t>
            </a:r>
            <a:r>
              <a:rPr lang="ru-RU" dirty="0"/>
              <a:t>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E23887-AD47-4DA3-A0ED-680D854976E7}"/>
              </a:ext>
            </a:extLst>
          </p:cNvPr>
          <p:cNvSpPr txBox="1"/>
          <p:nvPr/>
        </p:nvSpPr>
        <p:spPr>
          <a:xfrm>
            <a:off x="1632585" y="1141690"/>
            <a:ext cx="7791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При этом, </a:t>
            </a:r>
            <a:r>
              <a:rPr lang="en-US" dirty="0"/>
              <a:t>CWE-14 </a:t>
            </a:r>
            <a:r>
              <a:rPr lang="ru-RU" dirty="0"/>
              <a:t>не обнаружен в ходе анализа, но обнаружены другие </a:t>
            </a:r>
            <a:r>
              <a:rPr lang="en-US" dirty="0"/>
              <a:t>CWE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6558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DFA366FB-E76B-467F-8B54-E96FAE831C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8073" y="1695634"/>
            <a:ext cx="8677577" cy="465515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13A27D-3FB0-4E7D-BC90-C2F273F750EF}"/>
              </a:ext>
            </a:extLst>
          </p:cNvPr>
          <p:cNvSpPr txBox="1"/>
          <p:nvPr/>
        </p:nvSpPr>
        <p:spPr>
          <a:xfrm>
            <a:off x="1798073" y="911856"/>
            <a:ext cx="9660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Выявлена главная ошибка программного кода, несмотря на неточное определение номера </a:t>
            </a:r>
            <a:r>
              <a:rPr lang="en-US" dirty="0"/>
              <a:t>CWE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5448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904E3-A65C-4C45-9605-AB87F3C95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777" y="247928"/>
            <a:ext cx="10515600" cy="1325563"/>
          </a:xfrm>
        </p:spPr>
        <p:txBody>
          <a:bodyPr/>
          <a:lstStyle/>
          <a:p>
            <a:r>
              <a:rPr lang="ru-RU" dirty="0"/>
              <a:t>Слабые стороны рассматриваемого ПО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AE03C0A-E82F-44DC-AA05-80B40ABE72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7060" y="1825625"/>
            <a:ext cx="7813981" cy="412675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94F5E4-2875-44B5-916B-A79FB5ACCEB9}"/>
              </a:ext>
            </a:extLst>
          </p:cNvPr>
          <p:cNvSpPr txBox="1"/>
          <p:nvPr/>
        </p:nvSpPr>
        <p:spPr>
          <a:xfrm>
            <a:off x="1203747" y="1388825"/>
            <a:ext cx="937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Программное обеспечение не поддерживает ЯП </a:t>
            </a:r>
            <a:r>
              <a:rPr lang="en-US" dirty="0"/>
              <a:t>Python, </a:t>
            </a:r>
            <a:r>
              <a:rPr lang="ru-RU" dirty="0"/>
              <a:t>что представлено на изображении</a:t>
            </a:r>
          </a:p>
        </p:txBody>
      </p:sp>
    </p:spTree>
    <p:extLst>
      <p:ext uri="{BB962C8B-B14F-4D97-AF65-F5344CB8AC3E}">
        <p14:creationId xmlns:p14="http://schemas.microsoft.com/office/powerpoint/2010/main" val="3581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103ED281-D351-452E-91E1-1BA6E927BD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108" y="1669002"/>
            <a:ext cx="8535784" cy="450796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3687AC-07B0-4158-924D-5DEB4D33D93D}"/>
              </a:ext>
            </a:extLst>
          </p:cNvPr>
          <p:cNvSpPr txBox="1"/>
          <p:nvPr/>
        </p:nvSpPr>
        <p:spPr>
          <a:xfrm>
            <a:off x="1473693" y="754603"/>
            <a:ext cx="10321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Отсутствует исходный код, но </a:t>
            </a:r>
            <a:r>
              <a:rPr lang="en-US" dirty="0"/>
              <a:t>“</a:t>
            </a:r>
            <a:r>
              <a:rPr lang="ru-RU" dirty="0"/>
              <a:t>Результат анализа</a:t>
            </a:r>
            <a:r>
              <a:rPr lang="en-US" dirty="0"/>
              <a:t>” </a:t>
            </a:r>
            <a:r>
              <a:rPr lang="ru-RU" dirty="0"/>
              <a:t>написан. Из представленного изображения, не ясно</a:t>
            </a:r>
          </a:p>
          <a:p>
            <a:r>
              <a:rPr lang="ru-RU" dirty="0"/>
              <a:t>какой именно файл был проанализирован</a:t>
            </a:r>
          </a:p>
        </p:txBody>
      </p:sp>
    </p:spTree>
    <p:extLst>
      <p:ext uri="{BB962C8B-B14F-4D97-AF65-F5344CB8AC3E}">
        <p14:creationId xmlns:p14="http://schemas.microsoft.com/office/powerpoint/2010/main" val="2461094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AC1A107A-B0DC-4B57-BD36-29249EEED2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0286" y="1825624"/>
            <a:ext cx="8835604" cy="4667251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009670-8D7B-48B4-8D13-AB75B2B5FB2C}"/>
              </a:ext>
            </a:extLst>
          </p:cNvPr>
          <p:cNvSpPr txBox="1"/>
          <p:nvPr/>
        </p:nvSpPr>
        <p:spPr>
          <a:xfrm>
            <a:off x="1642369" y="887767"/>
            <a:ext cx="87635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Результаты анализа двух разных файлов на вкладке </a:t>
            </a:r>
            <a:r>
              <a:rPr lang="en-US" dirty="0"/>
              <a:t>“</a:t>
            </a:r>
            <a:r>
              <a:rPr lang="ru-RU" dirty="0"/>
              <a:t>Результат анализа</a:t>
            </a:r>
            <a:r>
              <a:rPr lang="en-US" dirty="0"/>
              <a:t>”</a:t>
            </a:r>
            <a:endParaRPr lang="ru-RU" dirty="0"/>
          </a:p>
          <a:p>
            <a:r>
              <a:rPr lang="ru-RU" dirty="0"/>
              <a:t>Файлы</a:t>
            </a:r>
            <a:r>
              <a:rPr lang="en-US" dirty="0"/>
              <a:t>: test.cpp, cwe-14.cpp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418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A6B3D1AB-28B1-411C-94D4-706AE84A42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0384" y="1825625"/>
            <a:ext cx="8111232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9CD8CA-B4BD-45E9-8121-3B68DE43CC1E}"/>
              </a:ext>
            </a:extLst>
          </p:cNvPr>
          <p:cNvSpPr txBox="1"/>
          <p:nvPr/>
        </p:nvSpPr>
        <p:spPr>
          <a:xfrm>
            <a:off x="1048496" y="1118586"/>
            <a:ext cx="1009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При выборе двух файлов, исходный код 2-го файла записывается после кода 1-го выбранного файла</a:t>
            </a:r>
          </a:p>
        </p:txBody>
      </p:sp>
    </p:spTree>
    <p:extLst>
      <p:ext uri="{BB962C8B-B14F-4D97-AF65-F5344CB8AC3E}">
        <p14:creationId xmlns:p14="http://schemas.microsoft.com/office/powerpoint/2010/main" val="555135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E83EC8-ED22-4F7E-A8BC-ACDCAF6F6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6EC488-3BD2-4AAF-8459-C5801025FD1C}"/>
              </a:ext>
            </a:extLst>
          </p:cNvPr>
          <p:cNvSpPr txBox="1"/>
          <p:nvPr/>
        </p:nvSpPr>
        <p:spPr>
          <a:xfrm>
            <a:off x="838200" y="1873188"/>
            <a:ext cx="107737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Несмотря на неточности в работе программы и графического интерфейса. Программа хорошо себя показывает на простых и небольших файлах с известными уязвимостями, а также даёт верные подсказки по их устранению.</a:t>
            </a:r>
            <a:br>
              <a:rPr lang="ru-RU" dirty="0"/>
            </a:br>
            <a:r>
              <a:rPr lang="ru-RU" dirty="0"/>
              <a:t>Из плюсов ПО можно отметить возможность расширения функционала путём добавления поддержки нескольких ЯП</a:t>
            </a:r>
          </a:p>
        </p:txBody>
      </p:sp>
    </p:spTree>
    <p:extLst>
      <p:ext uri="{BB962C8B-B14F-4D97-AF65-F5344CB8AC3E}">
        <p14:creationId xmlns:p14="http://schemas.microsoft.com/office/powerpoint/2010/main" val="154060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DD23BD-8FFA-467B-9213-2203F4D58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использованных источников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BCAEF6-10FF-4A64-A782-86477C4CD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1. </a:t>
            </a:r>
            <a:r>
              <a:rPr lang="en-US" dirty="0">
                <a:hlinkClick r:id="rId2"/>
              </a:rPr>
              <a:t>https://cwe.mitre.org/data/definitions/14.html</a:t>
            </a:r>
            <a:endParaRPr lang="ru-RU" dirty="0"/>
          </a:p>
          <a:p>
            <a:r>
              <a:rPr lang="ru-RU" dirty="0"/>
              <a:t>2. </a:t>
            </a:r>
            <a:r>
              <a:rPr lang="en-US" dirty="0">
                <a:hlinkClick r:id="rId3"/>
              </a:rPr>
              <a:t>https://sgrc.cyberosnova.ru/blog/cwe-top-25-2025/</a:t>
            </a:r>
            <a:endParaRPr lang="ru-RU" dirty="0"/>
          </a:p>
          <a:p>
            <a:r>
              <a:rPr lang="ru-RU" dirty="0"/>
              <a:t>3 </a:t>
            </a:r>
            <a:r>
              <a:rPr lang="en-US" dirty="0">
                <a:hlinkClick r:id="rId4"/>
              </a:rPr>
              <a:t>https://security.stackexchange.com/questions/280704/what-are-some-good-examples-to-illustrate-cwe-in-c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06024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235</Words>
  <Application>Microsoft Office PowerPoint</Application>
  <PresentationFormat>Широкоэкранный</PresentationFormat>
  <Paragraphs>21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Сравнительный анализ анализатора Заневского </vt:lpstr>
      <vt:lpstr>Общий интерфейс ПО</vt:lpstr>
      <vt:lpstr>Сильные стороны рассматриваемого ПО</vt:lpstr>
      <vt:lpstr>Презентация PowerPoint</vt:lpstr>
      <vt:lpstr>Презентация PowerPoint</vt:lpstr>
      <vt:lpstr>Слабые стороны рассматриваемого ПО</vt:lpstr>
      <vt:lpstr>Презентация PowerPoint</vt:lpstr>
      <vt:lpstr>Презентация PowerPoint</vt:lpstr>
      <vt:lpstr>Презентация PowerPoint</vt:lpstr>
      <vt:lpstr>Итог</vt:lpstr>
      <vt:lpstr>Список использованных источников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Сравнительный анализ анализатора Заневского </dc:title>
  <dc:creator>User</dc:creator>
  <cp:lastModifiedBy>User</cp:lastModifiedBy>
  <cp:revision>22</cp:revision>
  <dcterms:created xsi:type="dcterms:W3CDTF">2026-09-25T07:19:51Z</dcterms:created>
  <dcterms:modified xsi:type="dcterms:W3CDTF">2026-09-25T09:00:26Z</dcterms:modified>
</cp:coreProperties>
</file>